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705"/>
  </p:normalViewPr>
  <p:slideViewPr>
    <p:cSldViewPr snapToGrid="0" snapToObjects="1">
      <p:cViewPr varScale="1">
        <p:scale>
          <a:sx n="67" d="100"/>
          <a:sy n="67" d="100"/>
        </p:scale>
        <p:origin x="6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59D385-BBB9-CD44-BA18-825DC8C0B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89C2E8-215F-4447-A9F8-23DBFA0B0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2EB0225-F745-ED46-9803-71C8529F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DD32A96-023F-E146-A448-6FE4033B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EE1A206-2E5C-654B-B32A-7BE3C529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871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CF40B-5CB8-6E4F-B2F3-73C58D180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BD6E528-D411-F646-8D72-89C526C73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16ADBA6-07C9-2F44-A9C5-AF797E7F8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5D3638E-8383-D44B-9C85-D41A605A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E7040E2-2D8C-5C41-86F8-412414FFC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444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787AD-9490-394B-9703-B55B3BE9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D1E0941-A043-7146-9FA8-34CD8E0FA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19F89CE-932A-E740-A6ED-12E1EFA2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1E27196-F254-7749-BE0A-1A843ED1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7FC4086-F5D8-E24E-BFCF-0A2B4E45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7431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28155-F53E-2F41-B48A-E4AB8758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D9FFD01-FF07-DB41-9884-0D543FFED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2F2CCA6-D20A-DF41-843F-B7E3AF679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394370A-8A8E-CC48-A461-7CD8844F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E64E41C-B7F2-E34B-A267-EEE49C8D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ECC70D3-5CB4-C04C-8E62-AC1024C9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5047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72195-1BE6-1A44-BD56-4648E7EC7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C432A36-E1F5-7C44-B536-7CCE065B0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D2F0152-CB17-214C-BBA4-07BFDAD80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B7E69341-A650-E845-A113-097E0AA85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193B3CC-393B-614B-A83D-632D4E5C8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8693AF1C-E9A7-1146-9CC6-52215700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F08DA34-15B5-204E-9AE0-F3A4160C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F195E1DB-7D9C-EF4E-9E59-F5B8ADC6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9448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D502A-69AD-9546-B9DA-D10E2E0C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72589278-34AC-DE44-B9E5-E3ED1CAA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84C47C79-415F-1046-BC54-EAEB7550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BDDEF70-D40C-6641-A9D1-B9866E8DB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2722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673D3B1D-2969-264F-82B8-5A26DA4E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4284030F-2FF2-1C46-AAC3-DCFCDA11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1373F9C-F9FA-2447-A35B-CF958BCB3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0515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F9216-62B9-6641-8A46-43BF5D12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AEEC767-8D30-4241-80BE-E45D817FC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6E8D6E4-34BF-B742-8545-056957451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6CA8E06-16FB-9A44-9755-E98F0C67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F397439-059C-A44F-A1AF-A34C6C78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5F8A605-6B66-9E45-80FB-077B51AD6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975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B9FF1-1BEE-4249-BA97-056036C0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0FF10D5A-319B-5B4D-81A1-C62CA75F5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1732741-1A2C-EA41-B2B3-47D371B5A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D8DB781-CFF3-2740-A820-5A397C800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E3B9B51-F815-0D4C-A1D4-26D74B6C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875CD7C-2AEB-3341-9E1D-731D5C3A4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0590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55508-E13B-FB4F-8862-7D4F0DB22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762C86FC-5E02-9F44-95DE-97806B362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2945C6F-F755-4F4A-9A60-1F690268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0495F7E-5A01-2A4F-8EC8-B129E445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9E41ED7-997F-5C4D-9629-24A80859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658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55CA80-1F49-4F41-BC75-AB8B0C7B1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6C4AF7A-9BEA-F644-A40C-CA6E8310E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568C2F2-7058-A349-BDCB-327B3FA9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30E281E-4CEE-BA44-B4EE-DFB01870F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EF4F8EA-2961-7643-AB52-2AE256E49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831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B146D6A-3379-AD4B-B8A5-69778E838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24F78B0-AF94-4A48-AC77-A7D41D37C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ABB2328-CFEA-6E48-8520-FF5D38B33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4FC82-A684-C84C-813B-C291B62BE29A}" type="datetimeFigureOut">
              <a:rPr lang="pt-PT" smtClean="0"/>
              <a:t>07/02/2022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ABFB239-0E18-BA49-8482-F4CFCF1B2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9305FB2-8C29-7644-A36B-0EACD4EA1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E19BD-04CE-1A46-A17F-6E6607A797B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062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9579E8-8FA2-4D2F-A8F9-7EF7C9594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CE4E05-80BF-5C41-A4BC-62CA4A30D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1170" y="4334175"/>
            <a:ext cx="10136422" cy="1159200"/>
          </a:xfrm>
        </p:spPr>
        <p:txBody>
          <a:bodyPr anchor="b">
            <a:normAutofit/>
          </a:bodyPr>
          <a:lstStyle/>
          <a:p>
            <a:br>
              <a:rPr lang="pt-PT" sz="2400"/>
            </a:br>
            <a:br>
              <a:rPr lang="pt-PT" sz="2400"/>
            </a:br>
            <a:r>
              <a:rPr lang="pt-PT" sz="2400"/>
              <a:t>PROJETO FINAL DE INFORMÁTICA E COMUNICAÇÃO ORGANIZACIONAL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3FC958-343D-624F-8780-578ED25F4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95" y="5493376"/>
            <a:ext cx="8045373" cy="742280"/>
          </a:xfrm>
        </p:spPr>
        <p:txBody>
          <a:bodyPr anchor="ctr">
            <a:normAutofit lnSpcReduction="10000"/>
          </a:bodyPr>
          <a:lstStyle/>
          <a:p>
            <a:r>
              <a:rPr lang="pt-PT" sz="2000" dirty="0">
                <a:solidFill>
                  <a:schemeClr val="tx1">
                    <a:alpha val="60000"/>
                  </a:schemeClr>
                </a:solidFill>
              </a:rPr>
              <a:t>Rafael Sequeira –rafaelsequeira30@ua.pt</a:t>
            </a:r>
          </a:p>
          <a:p>
            <a:r>
              <a:rPr lang="pt-PT" sz="2000" dirty="0" err="1">
                <a:solidFill>
                  <a:schemeClr val="tx1">
                    <a:alpha val="60000"/>
                  </a:schemeClr>
                </a:solidFill>
              </a:rPr>
              <a:t>Kelson</a:t>
            </a:r>
            <a:r>
              <a:rPr lang="pt-PT" sz="2000" dirty="0">
                <a:solidFill>
                  <a:schemeClr val="tx1">
                    <a:alpha val="60000"/>
                  </a:schemeClr>
                </a:solidFill>
              </a:rPr>
              <a:t> Mário – kelsonmario@ua.pt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EB7750-5E3F-43E4-B0BB-6614A165F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C4BB42A-C350-43AC-AC2C-A62D52755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FD94A1A-9337-49FD-9F42-833C51F1E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BB7AE41-6285-3B4F-A16B-6069C03B1E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6" t="32114" r="17451" b="32665"/>
          <a:stretch/>
        </p:blipFill>
        <p:spPr bwMode="auto">
          <a:xfrm>
            <a:off x="1411171" y="933294"/>
            <a:ext cx="10136422" cy="2971032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56472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7D1DA-8E41-A14B-9B8C-2F135980D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1EBDD6A-05E1-B942-A324-07502C9B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pt-PT" sz="2000"/>
              <a:t>Índice</a:t>
            </a:r>
            <a:br>
              <a:rPr lang="pt-PT" sz="2000"/>
            </a:br>
            <a:r>
              <a:rPr lang="pt-PT" sz="2000"/>
              <a:t>Introdução.......................................................... 2</a:t>
            </a:r>
            <a:br>
              <a:rPr lang="pt-PT" sz="2000"/>
            </a:br>
            <a:r>
              <a:rPr lang="pt-PT" sz="2000"/>
              <a:t>Loja e modelo de negócio................................... 3</a:t>
            </a:r>
            <a:br>
              <a:rPr lang="pt-PT" sz="2000"/>
            </a:br>
            <a:r>
              <a:rPr lang="pt-PT" sz="2000"/>
              <a:t>Vantagens e desvantagens.................................. 4</a:t>
            </a:r>
            <a:br>
              <a:rPr lang="pt-PT" sz="2000"/>
            </a:br>
            <a:r>
              <a:rPr lang="pt-PT" sz="2000"/>
              <a:t>Conclusão............................................................ 5</a:t>
            </a:r>
            <a:br>
              <a:rPr lang="pt-PT" sz="2000"/>
            </a:br>
            <a:endParaRPr lang="pt-PT" sz="2000"/>
          </a:p>
        </p:txBody>
      </p:sp>
      <p:pic>
        <p:nvPicPr>
          <p:cNvPr id="5" name="Picture 4" descr="Paint on palette">
            <a:extLst>
              <a:ext uri="{FF2B5EF4-FFF2-40B4-BE49-F238E27FC236}">
                <a16:creationId xmlns:a16="http://schemas.microsoft.com/office/drawing/2014/main" id="{7126D722-7AE3-4483-8662-C32C9C3DE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305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D8A7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29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7C65B-8862-2A4A-BBA6-B0EB2D51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pt-PT" dirty="0"/>
              <a:t>INTRODUÇÃO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4670365-7087-5546-9B02-3A7C949DB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r>
              <a:rPr lang="pt-PT" sz="2400" b="1" dirty="0"/>
              <a:t>O nosso site é um site de monitoramento de preços de </a:t>
            </a:r>
            <a:r>
              <a:rPr lang="pt-PT" sz="2400" b="1" dirty="0" err="1"/>
              <a:t>criptoativos</a:t>
            </a:r>
            <a:r>
              <a:rPr lang="pt-PT" sz="2400" b="1" dirty="0"/>
              <a:t>.</a:t>
            </a:r>
          </a:p>
          <a:p>
            <a:r>
              <a:rPr lang="pt-PT" sz="2400" b="1" dirty="0"/>
              <a:t>A sua missão é tornar as </a:t>
            </a:r>
            <a:r>
              <a:rPr lang="pt-PT" sz="2400" b="1" dirty="0" err="1"/>
              <a:t>criptomoedas</a:t>
            </a:r>
            <a:r>
              <a:rPr lang="pt-PT" sz="2400" b="1" dirty="0"/>
              <a:t> globalmente acessíveis e eficientes, disponibilizando informações imparciais, de alta qualidade e precisas para que, com conhecimento, e alguns apontamentos o utilizador consiga fazer os seus próprios estudos e por sua vez os seus próprios investimentos.</a:t>
            </a:r>
            <a:endParaRPr lang="pt-PT" sz="2400" dirty="0"/>
          </a:p>
        </p:txBody>
      </p:sp>
    </p:spTree>
    <p:extLst>
      <p:ext uri="{BB962C8B-B14F-4D97-AF65-F5344CB8AC3E}">
        <p14:creationId xmlns:p14="http://schemas.microsoft.com/office/powerpoint/2010/main" val="748484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E4009C-FD80-4527-B6BA-1442A6C25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67043F2-38A4-4AAD-B96A-C904710B02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22" b="6273"/>
          <a:stretch/>
        </p:blipFill>
        <p:spPr>
          <a:xfrm>
            <a:off x="178594" y="1195240"/>
            <a:ext cx="11834812" cy="566276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66FEF2CF-5DBE-4BDD-954F-E1505285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94" y="86677"/>
            <a:ext cx="9367203" cy="1188720"/>
          </a:xfrm>
        </p:spPr>
        <p:txBody>
          <a:bodyPr>
            <a:normAutofit/>
          </a:bodyPr>
          <a:lstStyle/>
          <a:p>
            <a:r>
              <a:rPr lang="pt-PT" dirty="0"/>
              <a:t>Página Inicial</a:t>
            </a:r>
          </a:p>
        </p:txBody>
      </p:sp>
    </p:spTree>
    <p:extLst>
      <p:ext uri="{BB962C8B-B14F-4D97-AF65-F5344CB8AC3E}">
        <p14:creationId xmlns:p14="http://schemas.microsoft.com/office/powerpoint/2010/main" val="153251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E4009C-FD80-4527-B6BA-1442A6C25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6A0F79-19D4-4125-B997-A88730A3C5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11" b="7062"/>
          <a:stretch/>
        </p:blipFill>
        <p:spPr>
          <a:xfrm>
            <a:off x="173443" y="1328738"/>
            <a:ext cx="11845113" cy="5529262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2CDCCA31-BA25-43BB-AD54-8DFABEBA1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94" y="86677"/>
            <a:ext cx="9367203" cy="1188720"/>
          </a:xfrm>
        </p:spPr>
        <p:txBody>
          <a:bodyPr>
            <a:normAutofit/>
          </a:bodyPr>
          <a:lstStyle/>
          <a:p>
            <a:r>
              <a:rPr lang="pt-PT" dirty="0"/>
              <a:t>Página Inicial</a:t>
            </a:r>
          </a:p>
        </p:txBody>
      </p:sp>
    </p:spTree>
    <p:extLst>
      <p:ext uri="{BB962C8B-B14F-4D97-AF65-F5344CB8AC3E}">
        <p14:creationId xmlns:p14="http://schemas.microsoft.com/office/powerpoint/2010/main" val="2896594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E4009C-FD80-4527-B6BA-1442A6C25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955205-6B6B-4C3F-AC0C-EE44DBFB3F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05" b="7479"/>
          <a:stretch/>
        </p:blipFill>
        <p:spPr>
          <a:xfrm>
            <a:off x="270639" y="1229520"/>
            <a:ext cx="11650722" cy="562848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63230A1-F9D3-4020-ADDE-401B0151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94" y="86677"/>
            <a:ext cx="9367203" cy="1188720"/>
          </a:xfrm>
        </p:spPr>
        <p:txBody>
          <a:bodyPr>
            <a:normAutofit/>
          </a:bodyPr>
          <a:lstStyle/>
          <a:p>
            <a:r>
              <a:rPr lang="pt-PT" dirty="0"/>
              <a:t>Página Inicial</a:t>
            </a:r>
          </a:p>
        </p:txBody>
      </p:sp>
    </p:spTree>
    <p:extLst>
      <p:ext uri="{BB962C8B-B14F-4D97-AF65-F5344CB8AC3E}">
        <p14:creationId xmlns:p14="http://schemas.microsoft.com/office/powerpoint/2010/main" val="206910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E4009C-FD80-4527-B6BA-1442A6C25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79C180-DB8E-4217-8E0B-EF3AABAD2A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63"/>
          <a:stretch/>
        </p:blipFill>
        <p:spPr>
          <a:xfrm>
            <a:off x="708422" y="1026261"/>
            <a:ext cx="10775156" cy="5830064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BA391432-6BE5-49CE-BDDC-0610A8D1A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94" y="86677"/>
            <a:ext cx="9367203" cy="1188720"/>
          </a:xfrm>
        </p:spPr>
        <p:txBody>
          <a:bodyPr>
            <a:normAutofit/>
          </a:bodyPr>
          <a:lstStyle/>
          <a:p>
            <a:r>
              <a:rPr lang="pt-PT" dirty="0"/>
              <a:t>Página Login</a:t>
            </a:r>
          </a:p>
        </p:txBody>
      </p:sp>
    </p:spTree>
    <p:extLst>
      <p:ext uri="{BB962C8B-B14F-4D97-AF65-F5344CB8AC3E}">
        <p14:creationId xmlns:p14="http://schemas.microsoft.com/office/powerpoint/2010/main" val="2264235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E4009C-FD80-4527-B6BA-1442A6C25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2BB3FB4-70C8-4F05-976F-9DD86F3787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11" b="5302"/>
          <a:stretch/>
        </p:blipFill>
        <p:spPr>
          <a:xfrm>
            <a:off x="214800" y="1250949"/>
            <a:ext cx="11762400" cy="5607051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D8D6039F-2E80-4519-90A2-1D4FB692D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94" y="86677"/>
            <a:ext cx="9367203" cy="1188720"/>
          </a:xfrm>
        </p:spPr>
        <p:txBody>
          <a:bodyPr>
            <a:normAutofit/>
          </a:bodyPr>
          <a:lstStyle/>
          <a:p>
            <a:r>
              <a:rPr lang="pt-PT" dirty="0"/>
              <a:t>Página Inicial - Estudante</a:t>
            </a:r>
          </a:p>
        </p:txBody>
      </p:sp>
    </p:spTree>
    <p:extLst>
      <p:ext uri="{BB962C8B-B14F-4D97-AF65-F5344CB8AC3E}">
        <p14:creationId xmlns:p14="http://schemas.microsoft.com/office/powerpoint/2010/main" val="1607582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E4009C-FD80-4527-B6BA-1442A6C25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4D2FD9-2EE2-4D3D-852A-31E49BFA45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11" b="7479"/>
          <a:stretch/>
        </p:blipFill>
        <p:spPr>
          <a:xfrm>
            <a:off x="335756" y="1461235"/>
            <a:ext cx="11520487" cy="535072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ADD20697-52C6-47E1-B7EE-B1D2D6217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94" y="86677"/>
            <a:ext cx="9367203" cy="1188720"/>
          </a:xfrm>
        </p:spPr>
        <p:txBody>
          <a:bodyPr>
            <a:normAutofit/>
          </a:bodyPr>
          <a:lstStyle/>
          <a:p>
            <a:r>
              <a:rPr lang="pt-PT" dirty="0"/>
              <a:t>Página Editar Conta</a:t>
            </a:r>
          </a:p>
        </p:txBody>
      </p:sp>
    </p:spTree>
    <p:extLst>
      <p:ext uri="{BB962C8B-B14F-4D97-AF65-F5344CB8AC3E}">
        <p14:creationId xmlns:p14="http://schemas.microsoft.com/office/powerpoint/2010/main" val="195120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E4009C-FD80-4527-B6BA-1442A6C25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27A4D47-DC97-4143-B11D-4B01AEB68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11" b="7062"/>
          <a:stretch/>
        </p:blipFill>
        <p:spPr>
          <a:xfrm>
            <a:off x="249961" y="1400174"/>
            <a:ext cx="11692078" cy="5457826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F334F80-551A-4E31-BB06-63EBB3F3C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94" y="86677"/>
            <a:ext cx="9367203" cy="1188720"/>
          </a:xfrm>
        </p:spPr>
        <p:txBody>
          <a:bodyPr>
            <a:normAutofit/>
          </a:bodyPr>
          <a:lstStyle/>
          <a:p>
            <a:r>
              <a:rPr lang="pt-PT" dirty="0"/>
              <a:t>Editar Comentários</a:t>
            </a:r>
          </a:p>
        </p:txBody>
      </p:sp>
    </p:spTree>
    <p:extLst>
      <p:ext uri="{BB962C8B-B14F-4D97-AF65-F5344CB8AC3E}">
        <p14:creationId xmlns:p14="http://schemas.microsoft.com/office/powerpoint/2010/main" val="2749199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2F64ACC-6507-423D-BFA0-07BC4CD73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BDEBF55-DD45-4C27-AAC5-67BDA053EF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11" b="7479"/>
          <a:stretch/>
        </p:blipFill>
        <p:spPr>
          <a:xfrm>
            <a:off x="251223" y="1411288"/>
            <a:ext cx="11689553" cy="542925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EC7E6355-6F7D-47E7-8C68-85A82C04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94" y="86677"/>
            <a:ext cx="9367203" cy="1188720"/>
          </a:xfrm>
        </p:spPr>
        <p:txBody>
          <a:bodyPr>
            <a:normAutofit/>
          </a:bodyPr>
          <a:lstStyle/>
          <a:p>
            <a:r>
              <a:rPr lang="pt-PT" dirty="0"/>
              <a:t>Eliminar Conta</a:t>
            </a:r>
          </a:p>
        </p:txBody>
      </p:sp>
    </p:spTree>
    <p:extLst>
      <p:ext uri="{BB962C8B-B14F-4D97-AF65-F5344CB8AC3E}">
        <p14:creationId xmlns:p14="http://schemas.microsoft.com/office/powerpoint/2010/main" val="1204055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D34A11B-986D-4043-9E9F-36CFF8B6E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488" y="552451"/>
            <a:ext cx="5157787" cy="823912"/>
          </a:xfrm>
        </p:spPr>
        <p:txBody>
          <a:bodyPr/>
          <a:lstStyle/>
          <a:p>
            <a:r>
              <a:rPr lang="pt-PT" sz="4400" b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Vantagens</a:t>
            </a:r>
            <a:endParaRPr lang="pt-PT" dirty="0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FE9D9A2-1287-45C6-84B1-BCD80BE6E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43063"/>
            <a:ext cx="5157787" cy="4546600"/>
          </a:xfrm>
        </p:spPr>
        <p:txBody>
          <a:bodyPr/>
          <a:lstStyle/>
          <a:p>
            <a:r>
              <a:rPr lang="pt-PT" dirty="0"/>
              <a:t>Muitas saídas e possíveis funcionalidades.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868F38F-9F64-4836-A5EB-C278D11BF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552451"/>
            <a:ext cx="5183188" cy="823912"/>
          </a:xfrm>
        </p:spPr>
        <p:txBody>
          <a:bodyPr/>
          <a:lstStyle/>
          <a:p>
            <a:r>
              <a:rPr lang="pt-PT" sz="4400" b="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Desvantagens</a:t>
            </a:r>
            <a:endParaRPr lang="pt-PT" dirty="0"/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23403956-8D85-4C82-9E81-A258097CE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43063"/>
            <a:ext cx="5183188" cy="4546600"/>
          </a:xfrm>
        </p:spPr>
        <p:txBody>
          <a:bodyPr/>
          <a:lstStyle/>
          <a:p>
            <a:r>
              <a:rPr lang="pt-PT" dirty="0"/>
              <a:t>Sistema muito Complexo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F28F57A-ED15-4FE9-924B-804EBF513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1" y="4361183"/>
            <a:ext cx="4611687" cy="2130600"/>
          </a:xfrm>
          <a:prstGeom prst="rect">
            <a:avLst/>
          </a:prstGeom>
        </p:spPr>
      </p:pic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BD53AB61-DA1E-4E6A-9931-C962DF4778E6}"/>
              </a:ext>
            </a:extLst>
          </p:cNvPr>
          <p:cNvCxnSpPr/>
          <p:nvPr/>
        </p:nvCxnSpPr>
        <p:spPr>
          <a:xfrm>
            <a:off x="5868987" y="0"/>
            <a:ext cx="0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688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140</Words>
  <Application>Microsoft Office PowerPoint</Application>
  <PresentationFormat>Ecrã Panorâmico</PresentationFormat>
  <Paragraphs>19</Paragraphs>
  <Slides>12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  PROJETO FINAL DE INFORMÁTICA E COMUNICAÇÃO ORGANIZACIONAL</vt:lpstr>
      <vt:lpstr>Apresentação do PowerPoint</vt:lpstr>
      <vt:lpstr>INTRODUÇÃO</vt:lpstr>
      <vt:lpstr>Página Inicial</vt:lpstr>
      <vt:lpstr>Página Inicial</vt:lpstr>
      <vt:lpstr>Página Inicial</vt:lpstr>
      <vt:lpstr>Página Login</vt:lpstr>
      <vt:lpstr>Página Inicial - Estudante</vt:lpstr>
      <vt:lpstr>Página Editar Conta</vt:lpstr>
      <vt:lpstr>Editar Comentários</vt:lpstr>
      <vt:lpstr>Eliminar Conta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PROJETO FINAL DE INFORMÁTICA E COMUNICAÇÃO ORGANIZACIONAL</dc:title>
  <dc:creator>Kelson Cambinda</dc:creator>
  <cp:lastModifiedBy>Ranger XD</cp:lastModifiedBy>
  <cp:revision>3</cp:revision>
  <dcterms:created xsi:type="dcterms:W3CDTF">2022-02-06T23:42:01Z</dcterms:created>
  <dcterms:modified xsi:type="dcterms:W3CDTF">2022-02-07T00:27:30Z</dcterms:modified>
</cp:coreProperties>
</file>